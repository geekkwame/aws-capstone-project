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 STUDY PLANNER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Cloud Infrastructure &amp; CI/CD Deployment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Capstone Project Presentation — Phase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Azubi Africa Capstone Team: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146304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46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Edmund (GeekKwame)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Lead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40280" y="3200400"/>
            <a:ext cx="146304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3246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Kwame Opoku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40280" y="3611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Engineer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0" y="3200400"/>
            <a:ext cx="146304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3246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Priscilla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40480" y="3611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Engineer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40680" y="3200400"/>
            <a:ext cx="146304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40680" y="3246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Winnifred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40680" y="3611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Engineer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040880" y="3200400"/>
            <a:ext cx="146304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32461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Esther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040880" y="3611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Engineer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Solution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ACADEMIC PROBLEM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" cy="73152"/>
          </a:xfrm>
          <a:prstGeom prst="rect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69164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Academic Overload: Students juggle multiple courses, assignments, and study tasks without structured pathways.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73152" cy="73152"/>
          </a:xfrm>
          <a:prstGeom prst="rect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56032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Generic Tool Deficit: Existing general-purpose productivity apps lack academic context (priorities, subject tags).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14400" y="3520440"/>
            <a:ext cx="73152" cy="73152"/>
          </a:xfrm>
          <a:prstGeom prst="rect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42900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Friction &amp; Loss: Paper planners are easily lost; heavyweight digital tools have steep learning curves.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PURPOSE-BUILT SOLUTION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37760" y="1783080"/>
            <a:ext cx="73152" cy="73152"/>
          </a:xfrm>
          <a:prstGeom prst="rect">
            <a:avLst/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69164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Frictionless Task Management: Create tasks with key academic metadata (subjects, custom priorities, due dates).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937760" y="2651760"/>
            <a:ext cx="73152" cy="73152"/>
          </a:xfrm>
          <a:prstGeom prst="rect">
            <a:avLst/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256032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Motivating Feedback Loop: Dynamic progress bars track completions; randomized motivational quotes refresh on load.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3520440"/>
            <a:ext cx="73152" cy="73152"/>
          </a:xfrm>
          <a:prstGeom prst="rect">
            <a:avLst/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42900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Resilient Client State: Client-side storage (localStorage) allows full offline usage with zero load latency.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Traffic Flow: Client to Web Origin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280160"/>
            <a:ext cx="17373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1463040"/>
            <a:ext cx="365760" cy="36576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4904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&amp; Edge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1554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Namecheap DNS routes apex and www requests. CloudFront CDN serves cached static assets globally at 400+ Edge locations, reducing latency.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96896" y="2743200"/>
            <a:ext cx="109728" cy="1828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1280160"/>
            <a:ext cx="17373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463040"/>
            <a:ext cx="365760" cy="36576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4904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Balancing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34640" y="2377440"/>
            <a:ext cx="1554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forwards cache misses to the Application Load Balancer (ALB). ALB terminates HTTP and runs health checks.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17136" y="2743200"/>
            <a:ext cx="109728" cy="1828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80160"/>
            <a:ext cx="17373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49240" y="1463040"/>
            <a:ext cx="365760" cy="36576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14904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Scaling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2377440"/>
            <a:ext cx="1554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ASG maintains a cluster (1-3 nodes) in private subnets, dynamically scaling up/down in response to traffic load.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37376" y="2743200"/>
            <a:ext cx="109728" cy="18288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1280160"/>
            <a:ext cx="17373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9480" y="1463040"/>
            <a:ext cx="365760" cy="36576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149047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7512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&amp; Nginx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2377440"/>
            <a:ext cx="1554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t3.micro nodes running Nginx serve the core HTML, CSS, and JS web app files locally and securely.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Architecture Diagram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pic>
        <p:nvPicPr>
          <p:cNvPr id="6" name="Image 0" descr="C:\Users\eddie\OneDrive\Desktop\aws-capstone-project\docs\phase5\architecture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1188720"/>
            <a:ext cx="4059936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Hardening &amp; Decisions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&amp; Access Management (IAM)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169164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62763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Group-based access control via AWS CloudCapstoneTeam group.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914400" y="205740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199339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 of least privilege: six scoped AWS-managed policies instead of root/administrator privileges.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14400" y="242316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3591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programmatic credentials in source control; kept in local config.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0" y="128016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Segregation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69164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162763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Security Groups restrict ingress strictly to HTTP/HTTPS.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937760" y="205740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99339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SSH access is restricted to eddie-key.pem and not publicly open.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937760" y="242316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23591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target groups ensure only ALB can communicate directly with the backend nodes.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1520" y="301752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31089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 Security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" y="342900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36499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 HTTPS across the entire network.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14400" y="379476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37307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handles HTTP -&gt; HTTPS redirection automatically.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14400" y="416052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409651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Certificate Manager (ACM) provisions DNS-validated TLS certificates with automated renewals.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754880" y="301752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31089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&amp; Observability Secrets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37760" y="342900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336499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credentials stored securely as encrypted GitHub Secrets.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937760" y="379476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0" y="373075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Budgets Free-Tier alert at $0.01 prevents unexpected charges.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937760" y="4160520"/>
            <a:ext cx="4572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0" y="409651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Nginx logs streamed to CloudWatch for active auditing and retention.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Integration &amp; Deployment (CI/CD)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PIPELINE FLOW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3657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7276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Code Push: Developer pushes changes to the main branch.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3657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0428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Pipeline Trigger: GitHub Actions runner reads .github/workflows/deploy.yml.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3657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3580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Remote SSH: Secure login to EC2 instance using appleboy/ssh-action.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3657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76732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Deploy Script: Runs git pull, copies files, checks nginx -t, and reloads Nginx.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5488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ADVANTAGES &amp; SECURITY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365760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5727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Security-First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178308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deployment keys (SSH Private Key, Host IP, and Username) are stored encrypted in GitHub Secrets; no credentials ever touch the repository.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754880" y="2514600"/>
            <a:ext cx="365760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5328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Downtime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74320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Nginx reloads its configuration dynamically in milliseconds, meaning active users experience no connection loss or server interruptions.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54880" y="3474720"/>
            <a:ext cx="365760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49300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Consistency &amp; Reliability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Eliminates human error from manual file transfer processes. The server state matches the main branch state exactly after every run.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 &amp; Kanban Board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TRELLO KANBAN STRUCTURE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3657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7276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Backlog: Planned tasks and configurations not yet started.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3657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0428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Progress: Active development or deployment configurations in progress.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3657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3580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Review: Completed tasks waiting for review and approval by other team members.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365760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76732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Done: 100% completed tasks, verified, merged, and active on production environment.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5488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PROGRESSION BY PHASE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365760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57276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Setup &amp; Foundation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1783080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Provisioned basic compute nodes (EC2), security roles (IAM), object storage (S3), and requested TLS certificate.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754880" y="2286000"/>
            <a:ext cx="365760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30428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App &amp; Compute Configuration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2514600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Configured Nginx web server, Application Load Balancer routing, Target Group health checks, and Auto Scaling templates.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54880" y="3017520"/>
            <a:ext cx="365760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0358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3: CDN &amp; Custom Domain Go-Live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3246120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Deployed CloudFront distribution, Namecheap DNS record routing, and HTTPS redirect verification.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3749040"/>
            <a:ext cx="365760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76732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4: Observation &amp; CI/CD Pipeline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977640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Wrote GitHub Actions workflow script, attached CloudWatch logs/alarms, and configured Budget monitoring limits.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Trello Kanban Board Showcase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pic>
        <p:nvPicPr>
          <p:cNvPr id="6" name="Image 0" descr="C:\Users\eddie\OneDrive\Desktop\aws-capstone-project\docs\phase5\trello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18872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Application Demo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3444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PRODUCTION DEPLOYMENT URL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4173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https://www.studentstudyplannerxyz.xyz/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STEP-BY-STEP LIVE DEMO GUIDE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3657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4144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SSL/TLS Verification: Check lock icon in the browser address bar to show DNS-validated certificate (issued via AWS ACM).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31520" y="2862072"/>
            <a:ext cx="3657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8803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Functional Testing: Enter study tasks with subjects, set urgency priorities, and specify academic due dates.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31520" y="3300984"/>
            <a:ext cx="3657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192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Dynamic Progress Indicator: Mark tasks complete to watch progress bar percentage increase in real time.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" y="3739896"/>
            <a:ext cx="3657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5818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Local Storage Persistence: Refresh page or toggle offline mode to verify data remains saved on the client browser.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31520" y="4178808"/>
            <a:ext cx="3657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1970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Headers Verification: Verify X-Cache: Hit from cloudfront header in DevTools network tab.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RESOURCES &amp; METRICS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2423160"/>
            <a:ext cx="365760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468880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🎥 DEMO RECORDING LINK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92040" y="265176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https://drive.google.com/file/d/1DXGpDX82FUIWEva6sP-sFRv0VPGFDekr/view?usp=sharing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54880" y="3566160"/>
            <a:ext cx="365760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611880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 PERFORMANCE SPECS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840480"/>
            <a:ext cx="33832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Edge delivery: Served in under 50ms worldwide via CDN caching.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Failover capability: Auto-scales across availability zones automatically.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Scalability: ASG group configuration supports up to 300 active connections.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&amp; Resolutions — DevOps &amp; Server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371600"/>
            <a:ext cx="228600" cy="22860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38074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Workflow Parser Error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68680" y="162763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Indentation syntax bug: on: and jobs: definitions in deploy.yml had 3 leading spaces instead of 0 column boundary, which is invalid YAML syntax.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68680" y="22402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 Corrected indentation to meet standard YAML specifications (aligned jobs/on to root). Re-pushed and pipeline successfully initialized.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0" y="128016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92040" y="1371600"/>
            <a:ext cx="228600" cy="22860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8074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66360" y="135331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Starter Template Node.js Commands Failure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162763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The default starter script attempted to run node-specific commands like npm install and pm2 restart on the server. However, our study planner application is a static site that only needs Nginx.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92040" y="22402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 Replaced node server logic in workflow script with git pull, file copy (cp), directory ownership adjustments (chown), Nginx syntax checks (nginx -t), and zero-downtime reloads.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31520" y="301752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3108960"/>
            <a:ext cx="228600" cy="22860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11810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43000" y="30906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502 Bad Gateway Origin Mismatch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68680" y="336499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CloudFront origin was configured to communicate with the ALB over HTTPS only. However, the ALB was configured with an HTTP listener on port 80, causing connection handshake failures.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39776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 Updated the CloudFront distribution origin protocol policy to HTTP-Only to match the ALB listener configuration. Traffic forwarded correctly.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54880" y="3017520"/>
            <a:ext cx="365760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92040" y="3108960"/>
            <a:ext cx="228600" cy="228600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11810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166360" y="30906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Amazon Linux 2023 Base Lacks Git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92040" y="336499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Amazon Linux 2023 minimal AMI does not include a Git binary pre-installed. The initial GitHub actions runner failed to pull code from repository.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92040" y="39776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 Manually logged into the EC2 host and executed sudo dnf install -y git. Performed initial clone, allowing subsequent SSH pulls to run automatically.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&amp; Resolutions — DNS &amp; Security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6092" y="1280160"/>
            <a:ext cx="24231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3252" y="1417320"/>
            <a:ext cx="256032" cy="256032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" y="1435608"/>
            <a:ext cx="2560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93292" y="1389888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Apex (@) Resolution Fail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3252" y="182880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 CNAME records cannot be attached directly to domain apex (studentstudyplannerxyz.xyz) according to DNS specs.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3252" y="31089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Configured an ALIAS record (mapping @ to CloudFront domain) using Namecheap Advanced DNS server settings.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60420" y="1280160"/>
            <a:ext cx="24231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7580" y="1417320"/>
            <a:ext cx="256032" cy="256032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7580" y="1435608"/>
            <a:ext cx="2560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817620" y="1389888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 TLS Certificate Stuck in Pending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497580" y="182880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CNAME verification records provided by AWS ACM were not added to domain registrar settings, blocking verification.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97580" y="31089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Copied ACM-generated CNAME validation record names and values and added them to Namecheap DNS records. Issued in 5 minutes.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84748" y="1280160"/>
            <a:ext cx="242316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1908" y="1417320"/>
            <a:ext cx="256032" cy="256032"/>
          </a:xfrm>
          <a:prstGeom prst="oval">
            <a:avLst/>
          </a:prstGeom>
          <a:solidFill>
            <a:srgbClr val="991B1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1908" y="1435608"/>
            <a:ext cx="2560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441948" y="1389888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Serving Cache Misses (X-Cache: Miss)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121908" y="182880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Distribution caching configuration was set to CachingDisabled policy during early debugging, preventing edge cache storage.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121908" y="310896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Resolution: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Adjusted default TTL and verified caching behaviors to ensure static assets store on CloudFront edge locations, while dynamic ALB bypasses.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&amp; Future Enhancements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1371600" cy="36576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09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49808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EFF6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WORKED WELL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6916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Layered AWS Architecture: Decoupling CDN, Application Load Balancer, and ASG compute nodes protected backend EC2 IPs and isolated layer configurations.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7315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060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Observability &amp; Budget Guardrails: Budget alerting at $0.01 threshold gave our team high confidence to experiment without worrying about runaway AWS fees.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3611880"/>
            <a:ext cx="7315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5204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 Integration: GitHub Actions workflow automation successfully reduced code update deployment times from 5 minutes to under 30 seconds.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WOULD DO DIFFERENTLY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37760" y="1783080"/>
            <a:ext cx="73152" cy="7315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6916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as Code (IaC): Transition from Console clicks to writing reusable and versioned Terraform or CloudFormation modules to spawn infrastructures.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2697480"/>
            <a:ext cx="73152" cy="7315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26060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Containerization &amp; Serverless: Host static app code files on S3 buckets or run compute nodes as AWS ECS Fargate tasks to completely avoid VM server maintenance.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37760" y="3611880"/>
            <a:ext cx="73152" cy="73152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52044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RDS Persistent Backend: Connect RDS (PostgreSQL) or DynamoDB tables to synchronize study planner tasks, replacing browser-isolated localStorage.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0" y="2834640"/>
            <a:ext cx="457200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0" y="29260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RESOURCES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68880" y="32004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Repository: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https://github.com/GeekKwame/aws-capstone-project</a:t>
            </a:r>
            <a:endParaRPr lang="en-US" sz="950" dirty="0"/>
          </a:p>
          <a:p>
            <a:pPr algn="ctr" indent="0" marL="0">
              <a:buNone/>
            </a:pP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Deployment URL: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https://www.studentstudyplannerxyz.xyz/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Azubi Africa DevOps Capstone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Study Planner AWS Capstone Presentation</dc:title>
  <dc:subject>PptxGenJS Presentation</dc:subject>
  <dc:creator>Edmund (GeekKwame)</dc:creator>
  <cp:lastModifiedBy>Edmund (GeekKwame)</cp:lastModifiedBy>
  <cp:revision>1</cp:revision>
  <dcterms:created xsi:type="dcterms:W3CDTF">2026-06-12T09:55:13Z</dcterms:created>
  <dcterms:modified xsi:type="dcterms:W3CDTF">2026-06-12T09:55:13Z</dcterms:modified>
</cp:coreProperties>
</file>