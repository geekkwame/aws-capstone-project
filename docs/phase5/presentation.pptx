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STUDY PLANNER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5: Intern Presentation — Project Showcase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Deploying a Secure, Auto-Scaled, High-Availability Web App on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Edmund (GeekKwame), Esther, Kwame Opoku, Priscilla, Winnifred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Azubi Africa Cloud DevOps Capstone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Solution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3108960"/>
          </a:xfrm>
          <a:prstGeom prst="rect">
            <a:avLst>
              <a:gd name="adj" fmla="val 2941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Academic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Overload: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juggle multiple courses, assignments, and study tasks without structured pathways.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Tool Deficit: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general-purpose notes applications lack student context (priority, course categorisation).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 &amp; Loss: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planners are easily lost, and heavyweight tools have steep learning curves that disrupt flow.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3108960"/>
          </a:xfrm>
          <a:prstGeom prst="rect">
            <a:avLst>
              <a:gd name="adj" fmla="val 294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Purposed-Built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Frictionless Task Management: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tasks with academic metadata (subjects, custom urgency status, dynamic due dates).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Motivating Feedback Loop: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progress bar increases with completions; randomized motivational quotes refresh on load.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Resilient Offline State: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local storage persistence ensures continuous usage even when connection drops.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Traffic Flow: Client to Web Origin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828800" cy="301752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554480"/>
            <a:ext cx="457200" cy="457200"/>
          </a:xfrm>
          <a:prstGeom prst="oval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&amp; Edge Caching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Namecheap DNS routes requests to AWS CloudFront. 400+ Edge points cache static assets globally.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1371600"/>
            <a:ext cx="1828800" cy="301752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554480"/>
            <a:ext cx="457200" cy="457200"/>
          </a:xfrm>
          <a:prstGeom prst="oval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65176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CloudFront forwards misses to Application Load Balancer. ALB terminates HTTP and runs health checks.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828800" cy="301752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554480"/>
            <a:ext cx="457200" cy="457200"/>
          </a:xfrm>
          <a:prstGeom prst="oval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Scaling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65176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ASG maintains desired counts (1-3 nodes). Launches instances in response to traffic demand.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1371600"/>
            <a:ext cx="1828800" cy="301752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554480"/>
            <a:ext cx="457200" cy="457200"/>
          </a:xfrm>
          <a:prstGeom prst="oval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 &amp; Nginx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2651760"/>
            <a:ext cx="1554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 t3.micro nodes running Nginx serve the core HTML, CSS, and JS web app files locally.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Architecture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pic>
        <p:nvPicPr>
          <p:cNvPr id="6" name="Image 0" descr="C:\Users\eddie\OneDrive\Desktop\aws-capstone-project\docs\phase5\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69494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Hardening &amp;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1463040"/>
          </a:xfrm>
          <a:prstGeom prst="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508760"/>
            <a:ext cx="32004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Encryption (HTTPS)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SSL/TLS certificate managed by AWS ACM. CloudFront distribution configured to redirect all HTTP traffic to HTTPS globally, securing traffic in transit.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657600" cy="1463040"/>
          </a:xfrm>
          <a:prstGeom prst="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508760"/>
            <a:ext cx="32004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Segregation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Groups restrict ingress: Nginx EC2 instances only accept traffic originating directly from the ALB security group, closing off standard public port access.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3657600" cy="1463040"/>
          </a:xfrm>
          <a:prstGeom prst="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200400"/>
            <a:ext cx="32004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Hardening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611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EC2 instances reside in public subnets but restrict OS management via AWS key-pair (eddie-key.pem). Minimal installation prevents auxiliary exploit vectors.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3657600" cy="1463040"/>
          </a:xfrm>
          <a:prstGeom prst="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200400"/>
            <a:ext cx="32004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 &amp; Billing Alerts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611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Budgets configured to alert team immediately via SNS on spending over $0.01. CloudWatch schedules Nginx access and error logging for audit logs.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GitHub Actions CI/CD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200400" cy="3108960"/>
          </a:xfrm>
          <a:prstGeom prst="rect">
            <a:avLst>
              <a:gd name="adj" fmla="val 23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Flow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Git Push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pushes code to branch main.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Pipeline Trigger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runner starts deployment.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Server SSH Sync
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logs into EC2, runs git pull to synchronize code, verifies config, and reloads Nginx.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Advantages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192024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Security-First: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SSH private key and host configurations are securely kept in GitHub Secrets; no raw keys are ever committed to repository code.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Downtime: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 system reloads dynamically in less than a second after files are updated, avoiding connection interruptions for active users.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Deployments: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copy errors are eliminated. The remote server automatically matches the GitHub main branch state exactly.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Planning &amp; Trello History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200400" cy="3108960"/>
          </a:xfrm>
          <a:prstGeom prst="rect">
            <a:avLst>
              <a:gd name="adj" fmla="val 23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Board Structure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Backlog: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Unstarted features &amp; system configurations.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 Progress: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 currently actively handled by interns.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Peer Review: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work queued for team checks.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Done Column: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code merged and active in production. </a:t>
            </a:r>
            <a:pPr indent="0" marL="0">
              <a:buNone/>
            </a:pPr>
            <a:r>
              <a:rPr lang="en-US" sz="1000" b="1" i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(100% completed cards)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Slices by Phase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9120" y="182880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Foundation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Provisioned basic compute nodes (EC2), security roles (IAM), object storage (S3), and requested TLS certificate.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Compute App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Configured Nginx web server, ALB routing, and Auto Scaling groups.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CDN Go-Live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Deployed CloudFront distribution, Namecheap DNS routing, HTTPS redirect.
</a:t>
            </a:r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Observation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Wrote GitHub Actions workflow, attached CloudWatch logs/alarms &amp; Budgets monitor.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APPLICATION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1005840"/>
          </a:xfrm>
          <a:prstGeom prst="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Live URL (HTTPS via CloudFront Edge):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https://www.studentstudyplannerxyz.xyz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7315200" cy="173736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43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Walkthrough Demonstration 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Establish TLS Padlock: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browser to the domain and verify the ACM SSL certificate status.
</a:t>
            </a:r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Task Creation: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sample course study tasks. Select subjects and set high priority values.
</a:t>
            </a:r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Progress Tracking: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items as completed; check the reactive progress indicator status bar.
</a:t>
            </a:r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Persistent Storage: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browser to show that state survives cache wipes (using localStorage).
</a:t>
            </a:r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Edge Headers check: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DevTools to point out the header X-Cache: Hit from cloudfront.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Encountered &amp; Resolutions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6517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Challenge Blocker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Underlying Root Cause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Resolution Applied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Actions Workflow Parser Fail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Indentation syntax bug: Yaml top-level keys had 3 spaces instead of 0 column boundary.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Standardised indents to standard YAML levels. Restaged and pushed successfully.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CloudFront 502 Bad Gateway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Origin Protocol Mismatch: CloudFront was set to HTTPS Only, but ALB was on HTTP port 80.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Modified CloudFront origin settings to HTTP-Only to match ALB listeners.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Apex (@) Resolution Fail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CNAME records cannot be bound directly to the Domain Apex in Namecheap DNS.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Utilised CNAME-flattening via Namecheap ALIAS record mapped to CloudFront.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CI/CD runner script git pull crash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EC2 Amazon Linux 2023 base images lack a pre-installed Git binary.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 manual setup `sudo dnf install -y git` to resolve runner dependency.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Lessons &amp; Future Enhancements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DevOps Capstone Project  |  Student Study Planner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{slide_num} / {slide_num}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3108960"/>
          </a:xfrm>
          <a:prstGeom prst="rect">
            <a:avLst>
              <a:gd name="adj" fmla="val 23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Worked Well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Layered AWS Isolation: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CloudFront CDN &amp; ALB decouples compute nodes from the outer edge, protecting instance IPs.
</a:t>
            </a:r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Automation Loop: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workflow reduced code updates from 5 minutes to under 30 seconds seamlessly.
</a:t>
            </a:r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observability &amp; Budget Alerting: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Budgets alerts at $0.01 threshold prevented unintentional CloudFront / ALB fees.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3108960"/>
          </a:xfrm>
          <a:prstGeom prst="rect">
            <a:avLst>
              <a:gd name="adj" fmla="val 235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We'd Do Differently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as Code (IaC):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environments using Terraform/CloudFormation rather than click-heavy manual console settings.
</a:t>
            </a:r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Serverless Containers: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static files directly on S3 or containerise via ECS Fargate to bypass VM server maintenance.
</a:t>
            </a:r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Persistent Backend: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Incorporate RDS PostgreSQL database or DynamoDB tables for team sync, moving past local browser storage.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7315200" cy="1371600"/>
          </a:xfrm>
          <a:prstGeom prst="rect">
            <a:avLst>
              <a:gd name="adj" fmla="val 3333"/>
            </a:avLst>
          </a:prstGeom>
          <a:solidFill>
            <a:srgbClr val="1E3A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9260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Repository &amp; Resources: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https://github.com/GeekKwame/aws-capstone-project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all deployment scripts, Nginx configurations, and phase documentations.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Azubi Africa DevOps Capstone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Study Planner AWS Capstone Presentation</dc:title>
  <dc:subject>PptxGenJS Presentation</dc:subject>
  <dc:creator>Edmund (GeekKwame)</dc:creator>
  <cp:lastModifiedBy>Edmund (GeekKwame)</cp:lastModifiedBy>
  <cp:revision>1</cp:revision>
  <dcterms:created xsi:type="dcterms:W3CDTF">2026-06-12T00:04:59Z</dcterms:created>
  <dcterms:modified xsi:type="dcterms:W3CDTF">2026-06-12T00:04:59Z</dcterms:modified>
</cp:coreProperties>
</file>