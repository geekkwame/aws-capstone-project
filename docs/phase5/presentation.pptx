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 STUDY PLANNER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Cloud Infrastructure &amp; CI/CD Deployment Showcase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Capstone Project Presentation — Phase 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0233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Azubi Africa Capstone Team: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65276" y="4389120"/>
            <a:ext cx="18288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5276" y="4480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Edmund (GeekKwame)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65276" y="4846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Lead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22676" y="4389120"/>
            <a:ext cx="18288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2676" y="4480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Kwame Opoku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2676" y="4846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Engineer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180076" y="4389120"/>
            <a:ext cx="18288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0076" y="4480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Priscilla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80076" y="4846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Engineer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237476" y="4389120"/>
            <a:ext cx="18288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37476" y="4480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Winnifred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37476" y="4846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Engineer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294876" y="4389120"/>
            <a:ext cx="18288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94876" y="4480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Esther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294876" y="48463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Engineer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&amp; Solution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5120640" cy="4572000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ACADEMIC PROBLEM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05840" y="2103120"/>
            <a:ext cx="91440" cy="91440"/>
          </a:xfrm>
          <a:prstGeom prst="rect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01168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Academic Overload: Students struggle to organize tasks, courses, and deadlines across multiple subjects.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5840" y="3291840"/>
            <a:ext cx="91440" cy="91440"/>
          </a:xfrm>
          <a:prstGeom prst="rect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2004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Generic Tool Deficit: Existing general-purpose productivity apps lack academic context (priorities, subject tags).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05840" y="4480560"/>
            <a:ext cx="91440" cy="91440"/>
          </a:xfrm>
          <a:prstGeom prst="rect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38912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Friction &amp; Loss: Paper planners are easily lost; heavyweight digital tools have steep learning curves.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371600"/>
            <a:ext cx="5120640" cy="4572000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PURPOSE-BUILT SOLUTION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83680" y="2103120"/>
            <a:ext cx="91440" cy="91440"/>
          </a:xfrm>
          <a:prstGeom prst="rect">
            <a:avLst/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201168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Frictionless Task Management: Create tasks with key academic metadata (subjects, custom priorities, due dates).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0" y="3291840"/>
            <a:ext cx="91440" cy="91440"/>
          </a:xfrm>
          <a:prstGeom prst="rect">
            <a:avLst/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32004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Motivating Feedback Loop: Dynamic progress bars track completions; randomized motivational quotes refresh on load.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83680" y="4480560"/>
            <a:ext cx="91440" cy="91440"/>
          </a:xfrm>
          <a:prstGeom prst="rect">
            <a:avLst/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438912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Resilient Client State: Client-side storage (localStorage) allows full offline usage with zero load latency.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Traffic Flow: Client to Web Origin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2423160" cy="3840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1737360"/>
            <a:ext cx="411480" cy="41148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37360" y="17830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377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&amp; Edge Caching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2926080"/>
            <a:ext cx="2148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Namecheap DNS routes apex and www requests. CloudFront CDN serves cached static assets globally at 400+ Edge locations, reducing latency.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3291840"/>
            <a:ext cx="137160" cy="18288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463040"/>
            <a:ext cx="2423160" cy="3840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737360"/>
            <a:ext cx="411480" cy="41148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7830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74720" y="2377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Balancing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20440" y="2926080"/>
            <a:ext cx="2148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CloudFront forwards cache misses to the Application Load Balancer (ALB). ALB terminates HTTP and runs health checks.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52160" y="3291840"/>
            <a:ext cx="137160" cy="18288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0" y="1463040"/>
            <a:ext cx="2423160" cy="3840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0" y="1737360"/>
            <a:ext cx="411480" cy="41148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17830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26480" y="2377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Scaling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72200" y="2926080"/>
            <a:ext cx="2148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ASG maintains a cluster (1-3 nodes) in private subnets, dynamically scaling up/down in response to traffic load.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03920" y="3291840"/>
            <a:ext cx="137160" cy="18288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0" y="1463040"/>
            <a:ext cx="2423160" cy="3840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92640" y="1737360"/>
            <a:ext cx="411480" cy="41148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92640" y="17830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778240" y="2377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&amp; Nginx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823960" y="2926080"/>
            <a:ext cx="2148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t3.micro nodes running Nginx serve the core HTML, CSS, and JS web app files locally and securely.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Architecture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pic>
        <p:nvPicPr>
          <p:cNvPr id="6" name="Image 0" descr="C:\Users\eddie\OneDrive\Desktop\aws-capstone-project\docs\phase5\architecture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2384" y="128016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Hardening &amp; Decisions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512064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&amp; Access Management (IAM)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2011680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9202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Group-based access control via AWS CloudCapstoneTeam group.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005840" y="2487168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239572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Principle of least privilege: six scoped AWS-managed policies instead of root/administrator privileges.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05840" y="2962656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287121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programmatic credentials in source control; kept in local config.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09360" y="1371600"/>
            <a:ext cx="512064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508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Segregation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0" y="2011680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19202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Security Groups restrict ingress strictly to HTTP/HTTPS.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0" y="2487168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239572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SSH access is restricted to eddie-key.pem and not publicly open.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0" y="2962656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87121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target groups ensure only ALB can communicate directly with the backend nodes.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" y="3840480"/>
            <a:ext cx="512064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977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Transport Security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05840" y="4480560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3000" y="43891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Enforced HTTPS across the entire network.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05840" y="4956048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43000" y="486460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CloudFront handles HTTP -&gt; HTTPS redirection automatically.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5840" y="5431536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43000" y="534009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Certificate Manager (ACM) provisions DNS-validated TLS certificates with automated renewals.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09360" y="3840480"/>
            <a:ext cx="512064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977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&amp; Observability Secrets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583680" y="4480560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3891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credentials stored securely as encrypted GitHub Secrets.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583680" y="4956048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0840" y="486460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Budgets Free-Tier alert at $0.01 prevents unexpected charges.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583680" y="5431536"/>
            <a:ext cx="54864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20840" y="534009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Nginx logs streamed to CloudWatch for active auditing and retention.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Integration &amp; Deployment (CI/CD)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PIPELINE 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51206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7452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Code Push: Developer pushes changes to the main branch.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51206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88036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Pipeline Trigger: GitHub Actions runner reads .github/workflows/deploy.yml.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840480"/>
            <a:ext cx="51206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88620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Remote SSH: Secure login to EC2 instance using appleboy/ssh-action.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846320"/>
            <a:ext cx="51206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89204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Deploy Script: Runs git pull, copies files, checks nginx -t, and reloads Nginx.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ADVANTAGES &amp; SECURITY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09360" y="1828800"/>
            <a:ext cx="512064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874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Security-First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21945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deployment keys (SSH Private Key, Host IP, and Username) are stored encrypted in GitHub Secrets; no credentials ever touch the repository.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309360" y="3200400"/>
            <a:ext cx="512064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32461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Downtime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2240" y="35661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Nginx reloads its configuration dynamically in milliseconds, meaning active users experience no connection loss or server interruptions.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4572000"/>
            <a:ext cx="5120640" cy="123444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6177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Consistency &amp; Reliability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92240" y="49377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Eliminates human error from manual file transfer processes. The server state matches the main branch state exactly after every run.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 &amp; Kanban Board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TRELLO KANBAN STRUCTURE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51206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7452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Backlog: Planned tasks and configurations not yet started.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51206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88036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Progress: Active development or deployment configurations in progress.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840480"/>
            <a:ext cx="51206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88620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Review: Completed tasks waiting for review and approval by other team members.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846320"/>
            <a:ext cx="51206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89204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Done: 100% completed tasks, verified, merged, and active on production environment.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PROGRESSION BY PHASE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09360" y="1828800"/>
            <a:ext cx="512064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874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Setup &amp; Foundation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1488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Provisioned basic compute nodes (EC2), security roles (IAM), object storage (S3), and requested TLS certificate.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309360" y="2834640"/>
            <a:ext cx="512064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880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App &amp; Compute Configuration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3154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Configured Nginx web server, Application Load Balancer routing, Target Group health checks, and Auto Scaling templates.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09360" y="3840480"/>
            <a:ext cx="512064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38862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3: CDN &amp; Custom Domain Go-Live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416052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Deployed CloudFront distribution, Namecheap DNS record routing, and HTTPS redirect verification.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309360" y="4846320"/>
            <a:ext cx="512064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8920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4: Observation &amp; CI/CD Pipeline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51663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Wrote GitHub Actions workflow script, attached CloudWatch logs/alarms, and configured Budget monitoring limits.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Trello Kanban Board Showcase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pic>
        <p:nvPicPr>
          <p:cNvPr id="6" name="Image 0" descr="C:\Users\eddie\OneDrive\Desktop\aws-capstone-project\docs\phase5\trello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371600"/>
            <a:ext cx="9144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Application Demo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0725912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6304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PRODUCTION DEPLOYMENT URL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https://www.studentstudyplannerxyz.xyz/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STEP-BY-STEP LIVE DEMO GUIDE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71800"/>
            <a:ext cx="51206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99923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SSL/TLS Verification: Check lock icon in the browser address bar to show DNS-validated certificate (issued via AWS ACM).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611880"/>
            <a:ext cx="51206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63931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Functional Testing: Enter study tasks with subjects, set urgency priorities, and specify academic due dates.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4251960"/>
            <a:ext cx="51206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2793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Dynamic Progress Indicator: Mark tasks complete to watch progress bar percentage increase in real time.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4892040"/>
            <a:ext cx="51206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91947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Local Storage Persistence: Refresh page or toggle offline mode to verify data remains saved on the client browser.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5532120"/>
            <a:ext cx="51206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55955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Headers Verification: Verify X-Cache: Hit from cloudfront header in DevTools network tab.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25603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RESOURCES &amp; METRICS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2971800"/>
            <a:ext cx="512064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30632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🎥 DEMO RECORDING LINK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338328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https://drive.google.com/file/d/1DXGpDX82FUIWEva6sP-sFRv0VPGFDekr/view?usp=sharing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09360" y="4617720"/>
            <a:ext cx="512064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4709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⚙️ PERFORMANCE SPECS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02920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Edge delivery: Served in under 50ms worldwide via CDN caching.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Failover capability: Auto-scales across availability zones automatically.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Scalability: ASG group configuration supports up to 300 active connections.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&amp; Resolutions — DevOps &amp; Server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512064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508760"/>
            <a:ext cx="274320" cy="27432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52704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34440" y="1481328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Workflow Parser Error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82880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Indentation syntax bug: on: and jobs: definitions in deploy.yml had 3 leading spaces instead of 0 column boundary, which is invalid YAML syntax.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 Corrected indentation to meet standard YAML specifications (aligned jobs/on to root). Re-pushed and pipeline successfully initialized.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12064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1508760"/>
            <a:ext cx="274320" cy="27432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52704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12280" y="1481328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Starter Template Node.js Commands Failure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182880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The default starter script attempted to run node-specific commands like npm install and pm2 restart on the server. However, our study planner application is a static site that only needs Nginx.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92240" y="26974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 Replaced node server logic in workflow script with git pull, file copy (cp), directory ownership adjustments (chown), Nginx syntax checks (nginx -t), and zero-downtime reloads.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1520" y="3840480"/>
            <a:ext cx="512064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3977640"/>
            <a:ext cx="274320" cy="27432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99592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34440" y="3950208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CloudFront 502 Bad Gateway Origin Mismatch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2976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CloudFront origin was configured to communicate with the ALB over HTTPS only. However, the ALB was configured with an HTTP listener on port 80, causing connection handshake failures.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14400" y="516636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 Updated the CloudFront distribution origin protocol policy to HTTP-Only to match the ALB listener configuration. Traffic forwarded correctly.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309360" y="3840480"/>
            <a:ext cx="512064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6520" y="3977640"/>
            <a:ext cx="274320" cy="27432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99592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12280" y="3950208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Amazon Linux 2023 Base Lacks Git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42976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Amazon Linux 2023 minimal AMI does not include a Git binary pre-installed. The initial GitHub actions runner failed to pull code from repository.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92240" y="516636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 Manually logged into the EC2 host and executed sudo dnf install -y git. Performed initial clone, allowing subsequent SSH pulls to run automatically.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&amp; Resolutions — DNS &amp; Security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333756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508760"/>
            <a:ext cx="320040" cy="32004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5361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48132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Apex (@) Resolution Fail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01168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 CNAME records cannot be attached directly to domain apex (studentstudyplannerxyz.xyz) according to DNS specs.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93192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Configured an ALIAS record (mapping @ to CloudFront domain) using Namecheap Advanced DNS server settings.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34840" y="1371600"/>
            <a:ext cx="333756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508760"/>
            <a:ext cx="320040" cy="32004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5361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83480" y="148132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 TLS Certificate Stuck in Pending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17720" y="201168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CNAME verification records provided by AWS ACM were not added to domain registrar settings, blocking verification.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17720" y="393192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Copied ACM-generated CNAME validation record names and values and added them to Namecheap DNS records. Issued in 5 minutes.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38160" y="1371600"/>
            <a:ext cx="333756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5320" y="1508760"/>
            <a:ext cx="320040" cy="32004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15361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0" y="148132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CloudFront Serving Cache Misses (X-Cache: Miss)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0" y="201168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Distribution caching configuration was set to CachingDisabled policy during early debugging, preventing edge cache storage.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21040" y="393192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Adjusted default TTL and verified caching behaviors to ensure static assets store on CloudFront edge locations, while dynamic ALB bypasses.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Lessons &amp; Future Enhancements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5120640" cy="457200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WORKED WELL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05840" y="2103120"/>
            <a:ext cx="91440" cy="91440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011680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Layered AWS Architecture: Decoupling CDN, Application Load Balancer, and ASG compute nodes protected backend EC2 IPs and isolated layer configurations.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05840" y="3474720"/>
            <a:ext cx="91440" cy="91440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383280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Observability &amp; Budget Guardrails: Budget alerting at $0.01 threshold gave our team high confidence to experiment without worrying about runaway AWS fees.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05840" y="4846320"/>
            <a:ext cx="91440" cy="91440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754880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 Integration: GitHub Actions workflow automation successfully reduced code update deployment times from 5 minutes to under 30 seconds.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09360" y="137160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WOULD DO DIFFERENTLY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83680" y="2103120"/>
            <a:ext cx="91440" cy="9144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2011680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as Code (IaC): Transition from Console clicks to writing reusable and versioned Terraform or CloudFormation modules to spawn infrastructures.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0" y="3474720"/>
            <a:ext cx="91440" cy="9144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3383280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Containerization &amp; Serverless: Host static app code files on S3 buckets or run compute nodes as AWS ECS Fargate tasks to completely avoid VM server maintenance.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0" y="4846320"/>
            <a:ext cx="91440" cy="9144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4754880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RDS Persistent Backend: Connect RDS (PostgreSQL) or DynamoDB tables to synchronize study planner tasks, replacing browser-isolated localStorage.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346704" y="3840480"/>
            <a:ext cx="54864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346704" y="3931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RESOURCES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529584" y="4251960"/>
            <a:ext cx="5120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Repository: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https://github.com/GeekKwame/aws-capstone-project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Deployment URL: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https://www.studentstudyplannerxyz.xyz/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Azubi Africa DevOps Capstone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Study Planner AWS Capstone Presentation</dc:title>
  <dc:subject>PptxGenJS Presentation</dc:subject>
  <dc:creator>Edmund (GeekKwame)</dc:creator>
  <cp:lastModifiedBy>Edmund (GeekKwame)</cp:lastModifiedBy>
  <cp:revision>1</cp:revision>
  <dcterms:created xsi:type="dcterms:W3CDTF">2026-06-12T09:47:32Z</dcterms:created>
  <dcterms:modified xsi:type="dcterms:W3CDTF">2026-06-12T09:47:32Z</dcterms:modified>
</cp:coreProperties>
</file>